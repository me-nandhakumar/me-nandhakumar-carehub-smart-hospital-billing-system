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Raleway Medium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032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Me-Nandhakumar/MedixCare-Smart-Hospital-Billing-System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84880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 err="1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CareHub</a:t>
            </a: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: Smart Hospital Billing System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590693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Transforming healthcare administration through intelligent automation and seamless patient management.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3677" y="664845"/>
            <a:ext cx="7456646" cy="13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Healthcare Billing Challenge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843677" y="2365891"/>
            <a:ext cx="3607832" cy="3224927"/>
          </a:xfrm>
          <a:prstGeom prst="roundRect">
            <a:avLst>
              <a:gd name="adj" fmla="val 11213"/>
            </a:avLst>
          </a:prstGeom>
          <a:solidFill>
            <a:srgbClr val="46464A"/>
          </a:solidFill>
          <a:ln/>
        </p:spPr>
      </p:sp>
      <p:sp>
        <p:nvSpPr>
          <p:cNvPr id="5" name="Text 2"/>
          <p:cNvSpPr/>
          <p:nvPr/>
        </p:nvSpPr>
        <p:spPr>
          <a:xfrm>
            <a:off x="1084659" y="2606873"/>
            <a:ext cx="3125867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Time-Consuming Processes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84659" y="3421023"/>
            <a:ext cx="312586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Manual billing creates long patient wait times and reduces staff efficiency across departments.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2491" y="2365891"/>
            <a:ext cx="3607832" cy="3224927"/>
          </a:xfrm>
          <a:prstGeom prst="roundRect">
            <a:avLst>
              <a:gd name="adj" fmla="val 11213"/>
            </a:avLst>
          </a:prstGeom>
          <a:solidFill>
            <a:srgbClr val="46464A"/>
          </a:solidFill>
          <a:ln/>
        </p:spPr>
      </p:sp>
      <p:sp>
        <p:nvSpPr>
          <p:cNvPr id="8" name="Text 5"/>
          <p:cNvSpPr/>
          <p:nvPr/>
        </p:nvSpPr>
        <p:spPr>
          <a:xfrm>
            <a:off x="4933474" y="2606873"/>
            <a:ext cx="3125867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Error-Prone Operations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933474" y="3421023"/>
            <a:ext cx="3125867" cy="192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Handwritten prescriptions and manual calculations lead to costly billing mistakes and patient dissatisfaction.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43677" y="5831800"/>
            <a:ext cx="7456646" cy="1732836"/>
          </a:xfrm>
          <a:prstGeom prst="roundRect">
            <a:avLst>
              <a:gd name="adj" fmla="val 20869"/>
            </a:avLst>
          </a:prstGeom>
          <a:solidFill>
            <a:srgbClr val="46464A"/>
          </a:solidFill>
          <a:ln/>
        </p:spPr>
      </p:sp>
      <p:sp>
        <p:nvSpPr>
          <p:cNvPr id="11" name="Text 8"/>
          <p:cNvSpPr/>
          <p:nvPr/>
        </p:nvSpPr>
        <p:spPr>
          <a:xfrm>
            <a:off x="1084659" y="6072783"/>
            <a:ext cx="267866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Inefficient Records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84659" y="6552128"/>
            <a:ext cx="697468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Physical files are difficult to manage, search, and secure, hindering operational effectiveness.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621" y="612577"/>
            <a:ext cx="7587496" cy="618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 err="1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CareHub</a:t>
            </a:r>
            <a:r>
              <a:rPr lang="en-US" sz="3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Solution Overview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79621" y="1765816"/>
            <a:ext cx="6263878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79621" y="2344817"/>
            <a:ext cx="247495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Our Vision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9621" y="2876788"/>
            <a:ext cx="6263878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streamlined, automated desktop application that transforms the entire patient billing and management workflow for hospitals and clinics nationwide.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9621" y="4146232"/>
            <a:ext cx="6263878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Built specifically for healthcare administrators who demand efficiency, accuracy, and patient satisfaction.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903" y="1943993"/>
            <a:ext cx="7035879" cy="62638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813" y="802243"/>
            <a:ext cx="7226379" cy="627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b="1" dirty="0" err="1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CareHub</a:t>
            </a:r>
            <a:r>
              <a:rPr lang="en-US" sz="39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System Modules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13" y="1881664"/>
            <a:ext cx="564833" cy="564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8062" y="2015728"/>
            <a:ext cx="2510671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Tkinter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638062" y="2465070"/>
            <a:ext cx="5535930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Powers the intuitive and user-friendly graphical interface for seamless navigation and data entry.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408" y="1881664"/>
            <a:ext cx="564833" cy="564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3657" y="2015728"/>
            <a:ext cx="2515672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MySQL &amp; PyMySQL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303657" y="2465070"/>
            <a:ext cx="5535930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Ensures robust and secure management of patient records, billing data, and administrative information.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13" y="3639860"/>
            <a:ext cx="564833" cy="5648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38062" y="3773924"/>
            <a:ext cx="2510671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Pillow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638062" y="4223266"/>
            <a:ext cx="5535930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Handles image processing for patient profiles, medical scans, and document attachments within the system.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408" y="3639860"/>
            <a:ext cx="564833" cy="5648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3657" y="3773924"/>
            <a:ext cx="2510671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QRCode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303657" y="4223266"/>
            <a:ext cx="5535930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Facilitates quick and secure payment integrations and patient identification through scannable codes.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813" y="5759529"/>
            <a:ext cx="564833" cy="5648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38062" y="5893594"/>
            <a:ext cx="2510671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PyWhatKit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638062" y="6342936"/>
            <a:ext cx="5535930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Enables automated patient notifications, appointment reminders, and urgent alerts via WhatsApp.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6408" y="5759529"/>
            <a:ext cx="564833" cy="56483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03657" y="5893594"/>
            <a:ext cx="2510671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PyAutoGUI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8303657" y="6342936"/>
            <a:ext cx="5535930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Streamlines repetitive administrative tasks, improving operational efficiency and reducing manual effort.</a:t>
            </a:r>
            <a:endParaRPr lang="en-US" sz="1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604EBA6-DC7B-E8D8-D359-66E2808EF0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77238" y="7214429"/>
            <a:ext cx="2953162" cy="10193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418" y="734497"/>
            <a:ext cx="7143631" cy="534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System Workflow Demonstration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889873" y="1557695"/>
            <a:ext cx="22860" cy="5937409"/>
          </a:xfrm>
          <a:prstGeom prst="roundRect">
            <a:avLst>
              <a:gd name="adj" fmla="val 1262676"/>
            </a:avLst>
          </a:prstGeom>
          <a:solidFill>
            <a:srgbClr val="5F5F63"/>
          </a:solidFill>
          <a:ln/>
        </p:spPr>
      </p:sp>
      <p:sp>
        <p:nvSpPr>
          <p:cNvPr id="5" name="Shape 2"/>
          <p:cNvSpPr/>
          <p:nvPr/>
        </p:nvSpPr>
        <p:spPr>
          <a:xfrm>
            <a:off x="1083469" y="1762720"/>
            <a:ext cx="577215" cy="22860"/>
          </a:xfrm>
          <a:prstGeom prst="roundRect">
            <a:avLst>
              <a:gd name="adj" fmla="val 1262676"/>
            </a:avLst>
          </a:prstGeom>
          <a:solidFill>
            <a:srgbClr val="5F5F63"/>
          </a:solidFill>
          <a:ln/>
        </p:spPr>
      </p:sp>
      <p:sp>
        <p:nvSpPr>
          <p:cNvPr id="6" name="Shape 3"/>
          <p:cNvSpPr/>
          <p:nvPr/>
        </p:nvSpPr>
        <p:spPr>
          <a:xfrm>
            <a:off x="673418" y="1557695"/>
            <a:ext cx="432911" cy="432911"/>
          </a:xfrm>
          <a:prstGeom prst="roundRect">
            <a:avLst>
              <a:gd name="adj" fmla="val 66676"/>
            </a:avLst>
          </a:prstGeom>
          <a:solidFill>
            <a:srgbClr val="46464A"/>
          </a:solidFill>
          <a:ln/>
        </p:spPr>
      </p:sp>
      <p:sp>
        <p:nvSpPr>
          <p:cNvPr id="7" name="Text 4"/>
          <p:cNvSpPr/>
          <p:nvPr/>
        </p:nvSpPr>
        <p:spPr>
          <a:xfrm>
            <a:off x="761643" y="1613833"/>
            <a:ext cx="256461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52017" y="1623774"/>
            <a:ext cx="2138124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Secure Access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852017" y="2006441"/>
            <a:ext cx="661856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Admin login provides secure gateway with role-based permissions.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83469" y="2904053"/>
            <a:ext cx="577215" cy="22860"/>
          </a:xfrm>
          <a:prstGeom prst="roundRect">
            <a:avLst>
              <a:gd name="adj" fmla="val 1262676"/>
            </a:avLst>
          </a:prstGeom>
          <a:solidFill>
            <a:srgbClr val="5F5F63"/>
          </a:solidFill>
          <a:ln/>
        </p:spPr>
      </p:sp>
      <p:sp>
        <p:nvSpPr>
          <p:cNvPr id="11" name="Shape 8"/>
          <p:cNvSpPr/>
          <p:nvPr/>
        </p:nvSpPr>
        <p:spPr>
          <a:xfrm>
            <a:off x="673418" y="2699028"/>
            <a:ext cx="432911" cy="432911"/>
          </a:xfrm>
          <a:prstGeom prst="roundRect">
            <a:avLst>
              <a:gd name="adj" fmla="val 66676"/>
            </a:avLst>
          </a:prstGeom>
          <a:solidFill>
            <a:srgbClr val="46464A"/>
          </a:solidFill>
          <a:ln/>
        </p:spPr>
      </p:sp>
      <p:sp>
        <p:nvSpPr>
          <p:cNvPr id="12" name="Text 9"/>
          <p:cNvSpPr/>
          <p:nvPr/>
        </p:nvSpPr>
        <p:spPr>
          <a:xfrm>
            <a:off x="761643" y="2755166"/>
            <a:ext cx="256461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852017" y="2765108"/>
            <a:ext cx="220408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Patient Registration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852017" y="3147774"/>
            <a:ext cx="661856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Intuitive form captures all necessary demographic and medical information.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83469" y="4353163"/>
            <a:ext cx="577215" cy="22860"/>
          </a:xfrm>
          <a:prstGeom prst="roundRect">
            <a:avLst>
              <a:gd name="adj" fmla="val 1262676"/>
            </a:avLst>
          </a:prstGeom>
          <a:solidFill>
            <a:srgbClr val="5F5F63"/>
          </a:solidFill>
          <a:ln/>
        </p:spPr>
      </p:sp>
      <p:sp>
        <p:nvSpPr>
          <p:cNvPr id="16" name="Shape 13"/>
          <p:cNvSpPr/>
          <p:nvPr/>
        </p:nvSpPr>
        <p:spPr>
          <a:xfrm>
            <a:off x="673418" y="4148138"/>
            <a:ext cx="432911" cy="432911"/>
          </a:xfrm>
          <a:prstGeom prst="roundRect">
            <a:avLst>
              <a:gd name="adj" fmla="val 66676"/>
            </a:avLst>
          </a:prstGeom>
          <a:solidFill>
            <a:srgbClr val="46464A"/>
          </a:solidFill>
          <a:ln/>
        </p:spPr>
      </p:sp>
      <p:sp>
        <p:nvSpPr>
          <p:cNvPr id="17" name="Text 14"/>
          <p:cNvSpPr/>
          <p:nvPr/>
        </p:nvSpPr>
        <p:spPr>
          <a:xfrm>
            <a:off x="761643" y="4204275"/>
            <a:ext cx="256461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852017" y="4214217"/>
            <a:ext cx="2138124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Bill Generation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852017" y="4596884"/>
            <a:ext cx="661856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System creates professional, itemized bills with automatic calculations.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83469" y="5494496"/>
            <a:ext cx="577215" cy="22860"/>
          </a:xfrm>
          <a:prstGeom prst="roundRect">
            <a:avLst>
              <a:gd name="adj" fmla="val 1262676"/>
            </a:avLst>
          </a:prstGeom>
          <a:solidFill>
            <a:srgbClr val="5F5F63"/>
          </a:solidFill>
          <a:ln/>
        </p:spPr>
      </p:sp>
      <p:sp>
        <p:nvSpPr>
          <p:cNvPr id="21" name="Shape 18"/>
          <p:cNvSpPr/>
          <p:nvPr/>
        </p:nvSpPr>
        <p:spPr>
          <a:xfrm>
            <a:off x="673418" y="5289471"/>
            <a:ext cx="432911" cy="432911"/>
          </a:xfrm>
          <a:prstGeom prst="roundRect">
            <a:avLst>
              <a:gd name="adj" fmla="val 66676"/>
            </a:avLst>
          </a:prstGeom>
          <a:solidFill>
            <a:srgbClr val="46464A"/>
          </a:solidFill>
          <a:ln/>
        </p:spPr>
      </p:sp>
      <p:sp>
        <p:nvSpPr>
          <p:cNvPr id="22" name="Text 19"/>
          <p:cNvSpPr/>
          <p:nvPr/>
        </p:nvSpPr>
        <p:spPr>
          <a:xfrm>
            <a:off x="761643" y="5345609"/>
            <a:ext cx="256461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852017" y="5355550"/>
            <a:ext cx="2138124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Digital Distribution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852017" y="5738217"/>
            <a:ext cx="661856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Automated WhatsApp delivery ensures patients receive bills instantly.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83469" y="6635829"/>
            <a:ext cx="577215" cy="22860"/>
          </a:xfrm>
          <a:prstGeom prst="roundRect">
            <a:avLst>
              <a:gd name="adj" fmla="val 1262676"/>
            </a:avLst>
          </a:prstGeom>
          <a:solidFill>
            <a:srgbClr val="5F5F63"/>
          </a:solidFill>
          <a:ln/>
        </p:spPr>
      </p:sp>
      <p:sp>
        <p:nvSpPr>
          <p:cNvPr id="26" name="Shape 23"/>
          <p:cNvSpPr/>
          <p:nvPr/>
        </p:nvSpPr>
        <p:spPr>
          <a:xfrm>
            <a:off x="673418" y="6430804"/>
            <a:ext cx="432911" cy="432911"/>
          </a:xfrm>
          <a:prstGeom prst="roundRect">
            <a:avLst>
              <a:gd name="adj" fmla="val 66676"/>
            </a:avLst>
          </a:prstGeom>
          <a:solidFill>
            <a:srgbClr val="46464A"/>
          </a:solidFill>
          <a:ln/>
        </p:spPr>
      </p:sp>
      <p:sp>
        <p:nvSpPr>
          <p:cNvPr id="27" name="Text 24"/>
          <p:cNvSpPr/>
          <p:nvPr/>
        </p:nvSpPr>
        <p:spPr>
          <a:xfrm>
            <a:off x="761643" y="6486942"/>
            <a:ext cx="256461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852017" y="6496883"/>
            <a:ext cx="3633073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Patient Appointment Scheduling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852017" y="6879550"/>
            <a:ext cx="661856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system allows scheduling follow-up appointments and sends appointment confirmations to patients.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038" y="471011"/>
            <a:ext cx="3708321" cy="39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System Demonstration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93038" y="1073706"/>
            <a:ext cx="815792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(You can show screenshots of your application here during the live presentation)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3038" y="1457444"/>
            <a:ext cx="815792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Glimpse into the Application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38" y="1841183"/>
            <a:ext cx="704374" cy="8453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8262" y="1982033"/>
            <a:ext cx="1565434" cy="19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Login Screen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338262" y="2262188"/>
            <a:ext cx="731270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Secure gateway to the system.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038" y="2686526"/>
            <a:ext cx="704374" cy="8453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38262" y="2827377"/>
            <a:ext cx="1565434" cy="19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338262" y="3107531"/>
            <a:ext cx="731270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Clean menu with options to "Add Patient" or "Search Patient".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038" y="3531870"/>
            <a:ext cx="704374" cy="8453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38262" y="3672721"/>
            <a:ext cx="1565434" cy="19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Add Patient Form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338262" y="3952875"/>
            <a:ext cx="731270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Intuitive form to input all necessary details.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038" y="4377214"/>
            <a:ext cx="704374" cy="8453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38262" y="4518065"/>
            <a:ext cx="1792129" cy="19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Generated Bill Pop-up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1338262" y="4798219"/>
            <a:ext cx="731270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well-formatted bill showing patient info, medicines, and total amount.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038" y="5222558"/>
            <a:ext cx="704374" cy="8453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38262" y="5363408"/>
            <a:ext cx="1842373" cy="19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WhatsApp Automation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1338262" y="5643563"/>
            <a:ext cx="731270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Bill is sent automatically to the patient's phone.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038" y="6067901"/>
            <a:ext cx="704374" cy="8453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338262" y="6208752"/>
            <a:ext cx="1565434" cy="19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Search Window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1338262" y="6488906"/>
            <a:ext cx="731270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Instantly retrieve past patient records from the database.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038" y="6913245"/>
            <a:ext cx="704374" cy="8453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338262" y="7054096"/>
            <a:ext cx="2563178" cy="19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Appointment Slot Management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1338262" y="7334250"/>
            <a:ext cx="7312700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Manages doctor's availability, time slots, and supports easy booking through a user-friendly interface.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781056"/>
            <a:ext cx="74159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0"/>
              </a:lnSpc>
              <a:buNone/>
            </a:pPr>
            <a:r>
              <a:rPr lang="en-US" sz="8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Thank You</a:t>
            </a:r>
            <a:endParaRPr lang="en-US" sz="8600" dirty="0"/>
          </a:p>
        </p:txBody>
      </p:sp>
      <p:sp>
        <p:nvSpPr>
          <p:cNvPr id="4" name="Text 1"/>
          <p:cNvSpPr/>
          <p:nvPr/>
        </p:nvSpPr>
        <p:spPr>
          <a:xfrm>
            <a:off x="864037" y="3522940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 err="1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CareHub</a:t>
            </a: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represents the future of healthcare administration - where technology meets patient care to create exceptional experiences for everyone.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4985742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Ready to transform your healthcare billing system?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5658445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For technical details and access to the project source code, visit our GitHub repository: </a:t>
            </a:r>
            <a:r>
              <a:rPr lang="en-US" sz="1900" u="sng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MedixCare Smart Hospital Billing System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450</Words>
  <Application>Microsoft Office PowerPoint</Application>
  <PresentationFormat>Custom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Comfortaa Bold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Nandhakumar_ S.J</dc:creator>
  <cp:lastModifiedBy>nandhakumar.s.jnandhu@gmail.com</cp:lastModifiedBy>
  <cp:revision>2</cp:revision>
  <dcterms:created xsi:type="dcterms:W3CDTF">2025-10-09T09:33:54Z</dcterms:created>
  <dcterms:modified xsi:type="dcterms:W3CDTF">2025-10-09T09:43:07Z</dcterms:modified>
</cp:coreProperties>
</file>